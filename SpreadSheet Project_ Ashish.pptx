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277" r:id="rId3"/>
    <p:sldId id="258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75" r:id="rId17"/>
  </p:sldIdLst>
  <p:sldSz cx="9144000" cy="5143500" type="screen16x9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gFdEPDsSS/dksxbJGkPCRYlFsm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1B7286-F90D-4AB0-9355-1F1AE8E56C44}" v="41" dt="2026-01-22T05:40:2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30" Type="http://customschemas.google.com/relationships/presentationmetadata" Target="metadata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ISH VERMA" userId="304206fc00b79dc4" providerId="LiveId" clId="{67FEB93C-D3F2-4939-A129-9C9D728442A7}"/>
    <pc:docChg chg="custSel addSld delSld modSld sldOrd">
      <pc:chgData name="ASHISH VERMA" userId="304206fc00b79dc4" providerId="LiveId" clId="{67FEB93C-D3F2-4939-A129-9C9D728442A7}" dt="2026-01-22T05:41:24.401" v="388" actId="47"/>
      <pc:docMkLst>
        <pc:docMk/>
      </pc:docMkLst>
      <pc:sldChg chg="addSp delSp modSp mod modNotes">
        <pc:chgData name="ASHISH VERMA" userId="304206fc00b79dc4" providerId="LiveId" clId="{67FEB93C-D3F2-4939-A129-9C9D728442A7}" dt="2026-01-21T13:29:03.672" v="240" actId="2711"/>
        <pc:sldMkLst>
          <pc:docMk/>
          <pc:sldMk cId="0" sldId="258"/>
        </pc:sldMkLst>
        <pc:spChg chg="add mod">
          <ac:chgData name="ASHISH VERMA" userId="304206fc00b79dc4" providerId="LiveId" clId="{67FEB93C-D3F2-4939-A129-9C9D728442A7}" dt="2026-01-21T13:29:03.672" v="240" actId="2711"/>
          <ac:spMkLst>
            <pc:docMk/>
            <pc:sldMk cId="0" sldId="258"/>
            <ac:spMk id="3" creationId="{2ED2D659-B692-DC5F-0D4D-2906E0DF98F0}"/>
          </ac:spMkLst>
        </pc:spChg>
        <pc:spChg chg="mod">
          <ac:chgData name="ASHISH VERMA" userId="304206fc00b79dc4" providerId="LiveId" clId="{67FEB93C-D3F2-4939-A129-9C9D728442A7}" dt="2026-01-21T13:28:42.302" v="237" actId="2711"/>
          <ac:spMkLst>
            <pc:docMk/>
            <pc:sldMk cId="0" sldId="258"/>
            <ac:spMk id="66" creationId="{00000000-0000-0000-0000-000000000000}"/>
          </ac:spMkLst>
        </pc:spChg>
        <pc:spChg chg="mod">
          <ac:chgData name="ASHISH VERMA" userId="304206fc00b79dc4" providerId="LiveId" clId="{67FEB93C-D3F2-4939-A129-9C9D728442A7}" dt="2026-01-21T13:28:37.575" v="236" actId="2711"/>
          <ac:spMkLst>
            <pc:docMk/>
            <pc:sldMk cId="0" sldId="258"/>
            <ac:spMk id="67" creationId="{00000000-0000-0000-0000-000000000000}"/>
          </ac:spMkLst>
        </pc:spChg>
        <pc:picChg chg="del">
          <ac:chgData name="ASHISH VERMA" userId="304206fc00b79dc4" providerId="LiveId" clId="{67FEB93C-D3F2-4939-A129-9C9D728442A7}" dt="2026-01-21T13:27:50.103" v="231" actId="478"/>
          <ac:picMkLst>
            <pc:docMk/>
            <pc:sldMk cId="0" sldId="258"/>
            <ac:picMk id="68" creationId="{00000000-0000-0000-0000-000000000000}"/>
          </ac:picMkLst>
        </pc:picChg>
      </pc:sldChg>
      <pc:sldChg chg="delSp modSp del mod">
        <pc:chgData name="ASHISH VERMA" userId="304206fc00b79dc4" providerId="LiveId" clId="{67FEB93C-D3F2-4939-A129-9C9D728442A7}" dt="2026-01-22T05:40:57.007" v="378" actId="47"/>
        <pc:sldMkLst>
          <pc:docMk/>
          <pc:sldMk cId="0" sldId="259"/>
        </pc:sldMkLst>
      </pc:sldChg>
      <pc:sldChg chg="del">
        <pc:chgData name="ASHISH VERMA" userId="304206fc00b79dc4" providerId="LiveId" clId="{67FEB93C-D3F2-4939-A129-9C9D728442A7}" dt="2026-01-22T05:41:24.401" v="388" actId="47"/>
        <pc:sldMkLst>
          <pc:docMk/>
          <pc:sldMk cId="0" sldId="260"/>
        </pc:sldMkLst>
      </pc:sldChg>
      <pc:sldChg chg="del">
        <pc:chgData name="ASHISH VERMA" userId="304206fc00b79dc4" providerId="LiveId" clId="{67FEB93C-D3F2-4939-A129-9C9D728442A7}" dt="2026-01-22T05:41:22.005" v="387" actId="47"/>
        <pc:sldMkLst>
          <pc:docMk/>
          <pc:sldMk cId="0" sldId="261"/>
        </pc:sldMkLst>
      </pc:sldChg>
      <pc:sldChg chg="del">
        <pc:chgData name="ASHISH VERMA" userId="304206fc00b79dc4" providerId="LiveId" clId="{67FEB93C-D3F2-4939-A129-9C9D728442A7}" dt="2026-01-22T05:41:20.482" v="386" actId="47"/>
        <pc:sldMkLst>
          <pc:docMk/>
          <pc:sldMk cId="0" sldId="262"/>
        </pc:sldMkLst>
      </pc:sldChg>
      <pc:sldChg chg="del">
        <pc:chgData name="ASHISH VERMA" userId="304206fc00b79dc4" providerId="LiveId" clId="{67FEB93C-D3F2-4939-A129-9C9D728442A7}" dt="2026-01-22T05:41:14.566" v="385" actId="47"/>
        <pc:sldMkLst>
          <pc:docMk/>
          <pc:sldMk cId="0" sldId="263"/>
        </pc:sldMkLst>
      </pc:sldChg>
      <pc:sldChg chg="addSp delSp modSp del mod">
        <pc:chgData name="ASHISH VERMA" userId="304206fc00b79dc4" providerId="LiveId" clId="{67FEB93C-D3F2-4939-A129-9C9D728442A7}" dt="2026-01-22T05:41:12.853" v="384" actId="47"/>
        <pc:sldMkLst>
          <pc:docMk/>
          <pc:sldMk cId="0" sldId="264"/>
        </pc:sldMkLst>
      </pc:sldChg>
      <pc:sldChg chg="del">
        <pc:chgData name="ASHISH VERMA" userId="304206fc00b79dc4" providerId="LiveId" clId="{67FEB93C-D3F2-4939-A129-9C9D728442A7}" dt="2026-01-22T05:41:09.220" v="383" actId="47"/>
        <pc:sldMkLst>
          <pc:docMk/>
          <pc:sldMk cId="0" sldId="266"/>
        </pc:sldMkLst>
      </pc:sldChg>
      <pc:sldChg chg="del">
        <pc:chgData name="ASHISH VERMA" userId="304206fc00b79dc4" providerId="LiveId" clId="{67FEB93C-D3F2-4939-A129-9C9D728442A7}" dt="2026-01-22T05:41:06.390" v="382" actId="47"/>
        <pc:sldMkLst>
          <pc:docMk/>
          <pc:sldMk cId="0" sldId="267"/>
        </pc:sldMkLst>
      </pc:sldChg>
      <pc:sldChg chg="del">
        <pc:chgData name="ASHISH VERMA" userId="304206fc00b79dc4" providerId="LiveId" clId="{67FEB93C-D3F2-4939-A129-9C9D728442A7}" dt="2026-01-22T05:41:04.393" v="381" actId="47"/>
        <pc:sldMkLst>
          <pc:docMk/>
          <pc:sldMk cId="0" sldId="268"/>
        </pc:sldMkLst>
      </pc:sldChg>
      <pc:sldChg chg="del">
        <pc:chgData name="ASHISH VERMA" userId="304206fc00b79dc4" providerId="LiveId" clId="{67FEB93C-D3F2-4939-A129-9C9D728442A7}" dt="2026-01-22T05:41:01.088" v="379" actId="47"/>
        <pc:sldMkLst>
          <pc:docMk/>
          <pc:sldMk cId="0" sldId="269"/>
        </pc:sldMkLst>
      </pc:sldChg>
      <pc:sldChg chg="del">
        <pc:chgData name="ASHISH VERMA" userId="304206fc00b79dc4" providerId="LiveId" clId="{67FEB93C-D3F2-4939-A129-9C9D728442A7}" dt="2026-01-22T05:41:02.400" v="380" actId="47"/>
        <pc:sldMkLst>
          <pc:docMk/>
          <pc:sldMk cId="579895869" sldId="276"/>
        </pc:sldMkLst>
      </pc:sldChg>
      <pc:sldChg chg="addSp modSp new mod">
        <pc:chgData name="ASHISH VERMA" userId="304206fc00b79dc4" providerId="LiveId" clId="{67FEB93C-D3F2-4939-A129-9C9D728442A7}" dt="2026-01-21T13:28:27.836" v="235" actId="2711"/>
        <pc:sldMkLst>
          <pc:docMk/>
          <pc:sldMk cId="1380773007" sldId="277"/>
        </pc:sldMkLst>
        <pc:spChg chg="add mod">
          <ac:chgData name="ASHISH VERMA" userId="304206fc00b79dc4" providerId="LiveId" clId="{67FEB93C-D3F2-4939-A129-9C9D728442A7}" dt="2026-01-21T13:28:27.836" v="235" actId="2711"/>
          <ac:spMkLst>
            <pc:docMk/>
            <pc:sldMk cId="1380773007" sldId="277"/>
            <ac:spMk id="3" creationId="{53A60746-B3AC-5864-41D5-E85651587652}"/>
          </ac:spMkLst>
        </pc:spChg>
        <pc:spChg chg="add mod">
          <ac:chgData name="ASHISH VERMA" userId="304206fc00b79dc4" providerId="LiveId" clId="{67FEB93C-D3F2-4939-A129-9C9D728442A7}" dt="2026-01-21T13:28:20.521" v="234" actId="2711"/>
          <ac:spMkLst>
            <pc:docMk/>
            <pc:sldMk cId="1380773007" sldId="277"/>
            <ac:spMk id="5" creationId="{8A5D46D1-FC07-81C3-B91C-F1245FBB7869}"/>
          </ac:spMkLst>
        </pc:spChg>
      </pc:sldChg>
      <pc:sldChg chg="delSp modSp add mod">
        <pc:chgData name="ASHISH VERMA" userId="304206fc00b79dc4" providerId="LiveId" clId="{67FEB93C-D3F2-4939-A129-9C9D728442A7}" dt="2026-01-21T13:30:12.841" v="253" actId="1076"/>
        <pc:sldMkLst>
          <pc:docMk/>
          <pc:sldMk cId="1876277981" sldId="278"/>
        </pc:sldMkLst>
        <pc:spChg chg="del mod">
          <ac:chgData name="ASHISH VERMA" userId="304206fc00b79dc4" providerId="LiveId" clId="{67FEB93C-D3F2-4939-A129-9C9D728442A7}" dt="2026-01-21T13:29:35.861" v="245"/>
          <ac:spMkLst>
            <pc:docMk/>
            <pc:sldMk cId="1876277981" sldId="278"/>
            <ac:spMk id="3" creationId="{2A4BEC36-A43B-C93A-BC1D-0D2C2A0B953B}"/>
          </ac:spMkLst>
        </pc:spChg>
        <pc:spChg chg="mod">
          <ac:chgData name="ASHISH VERMA" userId="304206fc00b79dc4" providerId="LiveId" clId="{67FEB93C-D3F2-4939-A129-9C9D728442A7}" dt="2026-01-21T13:30:12.841" v="253" actId="1076"/>
          <ac:spMkLst>
            <pc:docMk/>
            <pc:sldMk cId="1876277981" sldId="278"/>
            <ac:spMk id="66" creationId="{00A8CA67-2EB0-69D5-AE09-EE3F644529BE}"/>
          </ac:spMkLst>
        </pc:spChg>
        <pc:spChg chg="mod">
          <ac:chgData name="ASHISH VERMA" userId="304206fc00b79dc4" providerId="LiveId" clId="{67FEB93C-D3F2-4939-A129-9C9D728442A7}" dt="2026-01-21T13:29:48.231" v="248" actId="113"/>
          <ac:spMkLst>
            <pc:docMk/>
            <pc:sldMk cId="1876277981" sldId="278"/>
            <ac:spMk id="67" creationId="{5DC242F9-D52E-068E-DBD3-62F5DD51780C}"/>
          </ac:spMkLst>
        </pc:spChg>
      </pc:sldChg>
      <pc:sldChg chg="modSp add mod">
        <pc:chgData name="ASHISH VERMA" userId="304206fc00b79dc4" providerId="LiveId" clId="{67FEB93C-D3F2-4939-A129-9C9D728442A7}" dt="2026-01-21T13:31:28.429" v="262" actId="14100"/>
        <pc:sldMkLst>
          <pc:docMk/>
          <pc:sldMk cId="1151756998" sldId="279"/>
        </pc:sldMkLst>
        <pc:spChg chg="mod">
          <ac:chgData name="ASHISH VERMA" userId="304206fc00b79dc4" providerId="LiveId" clId="{67FEB93C-D3F2-4939-A129-9C9D728442A7}" dt="2026-01-21T13:31:07.038" v="260" actId="2710"/>
          <ac:spMkLst>
            <pc:docMk/>
            <pc:sldMk cId="1151756998" sldId="279"/>
            <ac:spMk id="66" creationId="{BDC8B904-2306-E4F0-F765-0553166BCC7F}"/>
          </ac:spMkLst>
        </pc:spChg>
        <pc:spChg chg="mod">
          <ac:chgData name="ASHISH VERMA" userId="304206fc00b79dc4" providerId="LiveId" clId="{67FEB93C-D3F2-4939-A129-9C9D728442A7}" dt="2026-01-21T13:31:28.429" v="262" actId="14100"/>
          <ac:spMkLst>
            <pc:docMk/>
            <pc:sldMk cId="1151756998" sldId="279"/>
            <ac:spMk id="67" creationId="{82F4F2CA-49DD-86BB-70D4-B00FA48739D0}"/>
          </ac:spMkLst>
        </pc:spChg>
      </pc:sldChg>
      <pc:sldChg chg="modSp add mod">
        <pc:chgData name="ASHISH VERMA" userId="304206fc00b79dc4" providerId="LiveId" clId="{67FEB93C-D3F2-4939-A129-9C9D728442A7}" dt="2026-01-21T13:33:08.605" v="271" actId="2710"/>
        <pc:sldMkLst>
          <pc:docMk/>
          <pc:sldMk cId="4228083251" sldId="280"/>
        </pc:sldMkLst>
        <pc:spChg chg="mod">
          <ac:chgData name="ASHISH VERMA" userId="304206fc00b79dc4" providerId="LiveId" clId="{67FEB93C-D3F2-4939-A129-9C9D728442A7}" dt="2026-01-21T13:33:08.605" v="271" actId="2710"/>
          <ac:spMkLst>
            <pc:docMk/>
            <pc:sldMk cId="4228083251" sldId="280"/>
            <ac:spMk id="66" creationId="{82C50A2B-FFF5-83DA-90F0-439A5AB56B57}"/>
          </ac:spMkLst>
        </pc:spChg>
        <pc:spChg chg="mod">
          <ac:chgData name="ASHISH VERMA" userId="304206fc00b79dc4" providerId="LiveId" clId="{67FEB93C-D3F2-4939-A129-9C9D728442A7}" dt="2026-01-21T13:32:49.314" v="267" actId="113"/>
          <ac:spMkLst>
            <pc:docMk/>
            <pc:sldMk cId="4228083251" sldId="280"/>
            <ac:spMk id="67" creationId="{1038C72F-E20F-61A8-90A0-5EE54B648B76}"/>
          </ac:spMkLst>
        </pc:spChg>
      </pc:sldChg>
      <pc:sldChg chg="modSp add mod">
        <pc:chgData name="ASHISH VERMA" userId="304206fc00b79dc4" providerId="LiveId" clId="{67FEB93C-D3F2-4939-A129-9C9D728442A7}" dt="2026-01-21T13:33:54.173" v="279" actId="2710"/>
        <pc:sldMkLst>
          <pc:docMk/>
          <pc:sldMk cId="2748563771" sldId="281"/>
        </pc:sldMkLst>
        <pc:spChg chg="mod">
          <ac:chgData name="ASHISH VERMA" userId="304206fc00b79dc4" providerId="LiveId" clId="{67FEB93C-D3F2-4939-A129-9C9D728442A7}" dt="2026-01-21T13:33:54.173" v="279" actId="2710"/>
          <ac:spMkLst>
            <pc:docMk/>
            <pc:sldMk cId="2748563771" sldId="281"/>
            <ac:spMk id="66" creationId="{748BD61B-F8D0-AB96-A017-D5EE3A51281A}"/>
          </ac:spMkLst>
        </pc:spChg>
        <pc:spChg chg="mod">
          <ac:chgData name="ASHISH VERMA" userId="304206fc00b79dc4" providerId="LiveId" clId="{67FEB93C-D3F2-4939-A129-9C9D728442A7}" dt="2026-01-21T13:33:36.723" v="275" actId="113"/>
          <ac:spMkLst>
            <pc:docMk/>
            <pc:sldMk cId="2748563771" sldId="281"/>
            <ac:spMk id="67" creationId="{C8FFB71A-73FD-A443-1D84-F66CC14724C7}"/>
          </ac:spMkLst>
        </pc:spChg>
      </pc:sldChg>
      <pc:sldChg chg="modSp add mod">
        <pc:chgData name="ASHISH VERMA" userId="304206fc00b79dc4" providerId="LiveId" clId="{67FEB93C-D3F2-4939-A129-9C9D728442A7}" dt="2026-01-21T13:34:41.117" v="289" actId="2710"/>
        <pc:sldMkLst>
          <pc:docMk/>
          <pc:sldMk cId="1260231961" sldId="282"/>
        </pc:sldMkLst>
        <pc:spChg chg="mod">
          <ac:chgData name="ASHISH VERMA" userId="304206fc00b79dc4" providerId="LiveId" clId="{67FEB93C-D3F2-4939-A129-9C9D728442A7}" dt="2026-01-21T13:34:41.117" v="289" actId="2710"/>
          <ac:spMkLst>
            <pc:docMk/>
            <pc:sldMk cId="1260231961" sldId="282"/>
            <ac:spMk id="66" creationId="{FCDBAC6B-B309-C534-FB64-0847098B1965}"/>
          </ac:spMkLst>
        </pc:spChg>
        <pc:spChg chg="mod">
          <ac:chgData name="ASHISH VERMA" userId="304206fc00b79dc4" providerId="LiveId" clId="{67FEB93C-D3F2-4939-A129-9C9D728442A7}" dt="2026-01-21T13:34:23.658" v="285" actId="2711"/>
          <ac:spMkLst>
            <pc:docMk/>
            <pc:sldMk cId="1260231961" sldId="282"/>
            <ac:spMk id="67" creationId="{15057E05-D749-AF0B-D903-66411887C8B5}"/>
          </ac:spMkLst>
        </pc:spChg>
      </pc:sldChg>
      <pc:sldChg chg="modSp add mod">
        <pc:chgData name="ASHISH VERMA" userId="304206fc00b79dc4" providerId="LiveId" clId="{67FEB93C-D3F2-4939-A129-9C9D728442A7}" dt="2026-01-21T13:35:23.818" v="297" actId="2710"/>
        <pc:sldMkLst>
          <pc:docMk/>
          <pc:sldMk cId="322886357" sldId="283"/>
        </pc:sldMkLst>
        <pc:spChg chg="mod">
          <ac:chgData name="ASHISH VERMA" userId="304206fc00b79dc4" providerId="LiveId" clId="{67FEB93C-D3F2-4939-A129-9C9D728442A7}" dt="2026-01-21T13:35:23.818" v="297" actId="2710"/>
          <ac:spMkLst>
            <pc:docMk/>
            <pc:sldMk cId="322886357" sldId="283"/>
            <ac:spMk id="66" creationId="{27B619B0-52F7-612A-8FDD-E55849242C3C}"/>
          </ac:spMkLst>
        </pc:spChg>
        <pc:spChg chg="mod">
          <ac:chgData name="ASHISH VERMA" userId="304206fc00b79dc4" providerId="LiveId" clId="{67FEB93C-D3F2-4939-A129-9C9D728442A7}" dt="2026-01-21T13:35:08.784" v="293" actId="113"/>
          <ac:spMkLst>
            <pc:docMk/>
            <pc:sldMk cId="322886357" sldId="283"/>
            <ac:spMk id="67" creationId="{54325FA0-26B2-F658-A466-13F61E960F62}"/>
          </ac:spMkLst>
        </pc:spChg>
      </pc:sldChg>
      <pc:sldChg chg="modSp add mod">
        <pc:chgData name="ASHISH VERMA" userId="304206fc00b79dc4" providerId="LiveId" clId="{67FEB93C-D3F2-4939-A129-9C9D728442A7}" dt="2026-01-21T13:36:15.049" v="305" actId="2710"/>
        <pc:sldMkLst>
          <pc:docMk/>
          <pc:sldMk cId="3658997336" sldId="284"/>
        </pc:sldMkLst>
        <pc:spChg chg="mod">
          <ac:chgData name="ASHISH VERMA" userId="304206fc00b79dc4" providerId="LiveId" clId="{67FEB93C-D3F2-4939-A129-9C9D728442A7}" dt="2026-01-21T13:36:15.049" v="305" actId="2710"/>
          <ac:spMkLst>
            <pc:docMk/>
            <pc:sldMk cId="3658997336" sldId="284"/>
            <ac:spMk id="66" creationId="{4D375F48-0EA1-0872-6A75-658D8B319CDD}"/>
          </ac:spMkLst>
        </pc:spChg>
        <pc:spChg chg="mod">
          <ac:chgData name="ASHISH VERMA" userId="304206fc00b79dc4" providerId="LiveId" clId="{67FEB93C-D3F2-4939-A129-9C9D728442A7}" dt="2026-01-21T13:35:59.703" v="301" actId="113"/>
          <ac:spMkLst>
            <pc:docMk/>
            <pc:sldMk cId="3658997336" sldId="284"/>
            <ac:spMk id="67" creationId="{1752F588-0047-F391-C6DB-DD9DEB55797A}"/>
          </ac:spMkLst>
        </pc:spChg>
      </pc:sldChg>
      <pc:sldChg chg="modSp add mod">
        <pc:chgData name="ASHISH VERMA" userId="304206fc00b79dc4" providerId="LiveId" clId="{67FEB93C-D3F2-4939-A129-9C9D728442A7}" dt="2026-01-21T13:37:20.288" v="313" actId="2710"/>
        <pc:sldMkLst>
          <pc:docMk/>
          <pc:sldMk cId="1310447048" sldId="285"/>
        </pc:sldMkLst>
        <pc:spChg chg="mod">
          <ac:chgData name="ASHISH VERMA" userId="304206fc00b79dc4" providerId="LiveId" clId="{67FEB93C-D3F2-4939-A129-9C9D728442A7}" dt="2026-01-21T13:37:20.288" v="313" actId="2710"/>
          <ac:spMkLst>
            <pc:docMk/>
            <pc:sldMk cId="1310447048" sldId="285"/>
            <ac:spMk id="66" creationId="{3374FCF1-FB1E-884E-3190-9303218459CA}"/>
          </ac:spMkLst>
        </pc:spChg>
        <pc:spChg chg="mod">
          <ac:chgData name="ASHISH VERMA" userId="304206fc00b79dc4" providerId="LiveId" clId="{67FEB93C-D3F2-4939-A129-9C9D728442A7}" dt="2026-01-21T13:36:59.136" v="309" actId="2711"/>
          <ac:spMkLst>
            <pc:docMk/>
            <pc:sldMk cId="1310447048" sldId="285"/>
            <ac:spMk id="67" creationId="{D4F7C640-EF7F-E659-4E06-682527D77FA0}"/>
          </ac:spMkLst>
        </pc:spChg>
      </pc:sldChg>
      <pc:sldChg chg="modSp add mod">
        <pc:chgData name="ASHISH VERMA" userId="304206fc00b79dc4" providerId="LiveId" clId="{67FEB93C-D3F2-4939-A129-9C9D728442A7}" dt="2026-01-21T13:37:58.038" v="321" actId="2710"/>
        <pc:sldMkLst>
          <pc:docMk/>
          <pc:sldMk cId="1846509744" sldId="286"/>
        </pc:sldMkLst>
        <pc:spChg chg="mod">
          <ac:chgData name="ASHISH VERMA" userId="304206fc00b79dc4" providerId="LiveId" clId="{67FEB93C-D3F2-4939-A129-9C9D728442A7}" dt="2026-01-21T13:37:58.038" v="321" actId="2710"/>
          <ac:spMkLst>
            <pc:docMk/>
            <pc:sldMk cId="1846509744" sldId="286"/>
            <ac:spMk id="66" creationId="{0AFE0605-4FD7-113A-89F3-E38EFA16E2B6}"/>
          </ac:spMkLst>
        </pc:spChg>
        <pc:spChg chg="mod">
          <ac:chgData name="ASHISH VERMA" userId="304206fc00b79dc4" providerId="LiveId" clId="{67FEB93C-D3F2-4939-A129-9C9D728442A7}" dt="2026-01-21T13:37:40.174" v="317" actId="2711"/>
          <ac:spMkLst>
            <pc:docMk/>
            <pc:sldMk cId="1846509744" sldId="286"/>
            <ac:spMk id="67" creationId="{B1591B7D-F4A1-6CA5-E855-C1B6B3397555}"/>
          </ac:spMkLst>
        </pc:spChg>
      </pc:sldChg>
      <pc:sldChg chg="addSp modSp add mod">
        <pc:chgData name="ASHISH VERMA" userId="304206fc00b79dc4" providerId="LiveId" clId="{67FEB93C-D3F2-4939-A129-9C9D728442A7}" dt="2026-01-22T05:38:24.824" v="359" actId="1076"/>
        <pc:sldMkLst>
          <pc:docMk/>
          <pc:sldMk cId="125630799" sldId="287"/>
        </pc:sldMkLst>
        <pc:spChg chg="add mod">
          <ac:chgData name="ASHISH VERMA" userId="304206fc00b79dc4" providerId="LiveId" clId="{67FEB93C-D3F2-4939-A129-9C9D728442A7}" dt="2026-01-22T05:38:24.824" v="359" actId="1076"/>
          <ac:spMkLst>
            <pc:docMk/>
            <pc:sldMk cId="125630799" sldId="287"/>
            <ac:spMk id="3" creationId="{45441944-A7B1-EF98-55A6-14C1E5BF310E}"/>
          </ac:spMkLst>
        </pc:spChg>
        <pc:spChg chg="mod">
          <ac:chgData name="ASHISH VERMA" userId="304206fc00b79dc4" providerId="LiveId" clId="{67FEB93C-D3F2-4939-A129-9C9D728442A7}" dt="2026-01-22T05:37:42.237" v="354" actId="20577"/>
          <ac:spMkLst>
            <pc:docMk/>
            <pc:sldMk cId="125630799" sldId="287"/>
            <ac:spMk id="66" creationId="{7509879A-6AF8-9233-1C1C-C4F19475C4D2}"/>
          </ac:spMkLst>
        </pc:spChg>
        <pc:spChg chg="mod">
          <ac:chgData name="ASHISH VERMA" userId="304206fc00b79dc4" providerId="LiveId" clId="{67FEB93C-D3F2-4939-A129-9C9D728442A7}" dt="2026-01-22T05:36:22.226" v="326" actId="14100"/>
          <ac:spMkLst>
            <pc:docMk/>
            <pc:sldMk cId="125630799" sldId="287"/>
            <ac:spMk id="67" creationId="{2207FDB2-102C-3C05-F72B-C22DD04BCE45}"/>
          </ac:spMkLst>
        </pc:spChg>
      </pc:sldChg>
      <pc:sldChg chg="modSp add mod ord">
        <pc:chgData name="ASHISH VERMA" userId="304206fc00b79dc4" providerId="LiveId" clId="{67FEB93C-D3F2-4939-A129-9C9D728442A7}" dt="2026-01-22T05:39:50.622" v="369" actId="2710"/>
        <pc:sldMkLst>
          <pc:docMk/>
          <pc:sldMk cId="2076679662" sldId="288"/>
        </pc:sldMkLst>
        <pc:spChg chg="mod">
          <ac:chgData name="ASHISH VERMA" userId="304206fc00b79dc4" providerId="LiveId" clId="{67FEB93C-D3F2-4939-A129-9C9D728442A7}" dt="2026-01-22T05:39:50.622" v="369" actId="2710"/>
          <ac:spMkLst>
            <pc:docMk/>
            <pc:sldMk cId="2076679662" sldId="288"/>
            <ac:spMk id="66" creationId="{EF5CD390-5929-3357-907C-346C116F0540}"/>
          </ac:spMkLst>
        </pc:spChg>
        <pc:spChg chg="mod">
          <ac:chgData name="ASHISH VERMA" userId="304206fc00b79dc4" providerId="LiveId" clId="{67FEB93C-D3F2-4939-A129-9C9D728442A7}" dt="2026-01-22T05:39:35.044" v="365" actId="2711"/>
          <ac:spMkLst>
            <pc:docMk/>
            <pc:sldMk cId="2076679662" sldId="288"/>
            <ac:spMk id="67" creationId="{FB14F227-9D2E-74F0-D9C4-7149F3DFE24D}"/>
          </ac:spMkLst>
        </pc:spChg>
      </pc:sldChg>
      <pc:sldChg chg="modSp add mod">
        <pc:chgData name="ASHISH VERMA" userId="304206fc00b79dc4" providerId="LiveId" clId="{67FEB93C-D3F2-4939-A129-9C9D728442A7}" dt="2026-01-22T05:40:32.702" v="377" actId="2710"/>
        <pc:sldMkLst>
          <pc:docMk/>
          <pc:sldMk cId="1589655166" sldId="289"/>
        </pc:sldMkLst>
        <pc:spChg chg="mod">
          <ac:chgData name="ASHISH VERMA" userId="304206fc00b79dc4" providerId="LiveId" clId="{67FEB93C-D3F2-4939-A129-9C9D728442A7}" dt="2026-01-22T05:40:32.702" v="377" actId="2710"/>
          <ac:spMkLst>
            <pc:docMk/>
            <pc:sldMk cId="1589655166" sldId="289"/>
            <ac:spMk id="66" creationId="{5CDFE602-12C1-0CA6-0890-67C25A587C78}"/>
          </ac:spMkLst>
        </pc:spChg>
        <pc:spChg chg="mod">
          <ac:chgData name="ASHISH VERMA" userId="304206fc00b79dc4" providerId="LiveId" clId="{67FEB93C-D3F2-4939-A129-9C9D728442A7}" dt="2026-01-22T05:40:17.777" v="373" actId="2711"/>
          <ac:spMkLst>
            <pc:docMk/>
            <pc:sldMk cId="1589655166" sldId="289"/>
            <ac:spMk id="67" creationId="{0A47CD8B-2DAE-10CC-B7DB-27833EF2B78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C6F2D9FD-1B79-A90F-7FF8-1854D4583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23EDDA19-0334-7427-D51B-9523C67B5E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>
            <a:extLst>
              <a:ext uri="{FF2B5EF4-FFF2-40B4-BE49-F238E27FC236}">
                <a16:creationId xmlns:a16="http://schemas.microsoft.com/office/drawing/2014/main" id="{07D8AC91-DE86-D6E5-B867-6E8C152738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0458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811C247C-B41E-6A47-E339-AF0680761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3BA2700C-0707-5EEC-7415-0ED725C5FD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>
            <a:extLst>
              <a:ext uri="{FF2B5EF4-FFF2-40B4-BE49-F238E27FC236}">
                <a16:creationId xmlns:a16="http://schemas.microsoft.com/office/drawing/2014/main" id="{8562892B-1F9C-6429-312A-C1F34B171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3161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7D793B31-6EFF-239E-E4A4-B8249571F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5A2CAC47-843F-09EF-332F-39CE290DD8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>
            <a:extLst>
              <a:ext uri="{FF2B5EF4-FFF2-40B4-BE49-F238E27FC236}">
                <a16:creationId xmlns:a16="http://schemas.microsoft.com/office/drawing/2014/main" id="{59E3454D-79F1-C27B-7A89-3996A6E1CA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7957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C68FC345-8211-0783-720A-F187C342A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EB8FF062-DF2A-3611-CB32-88E56CB728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>
            <a:extLst>
              <a:ext uri="{FF2B5EF4-FFF2-40B4-BE49-F238E27FC236}">
                <a16:creationId xmlns:a16="http://schemas.microsoft.com/office/drawing/2014/main" id="{74F4D87A-5F02-377E-D010-4C45F9A438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6308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9A30BDDA-EAD2-C046-0EB6-F03C3AC73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FE07F6F9-B13C-AA4B-C6F5-5C123C4E86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>
            <a:extLst>
              <a:ext uri="{FF2B5EF4-FFF2-40B4-BE49-F238E27FC236}">
                <a16:creationId xmlns:a16="http://schemas.microsoft.com/office/drawing/2014/main" id="{6A20FA45-2B01-5857-34FA-7C431B7E6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29217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1DB2ABF2-7F59-7E64-776E-2B7377C5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B615D4C1-3D75-7AF0-C896-29624E21B1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>
            <a:extLst>
              <a:ext uri="{FF2B5EF4-FFF2-40B4-BE49-F238E27FC236}">
                <a16:creationId xmlns:a16="http://schemas.microsoft.com/office/drawing/2014/main" id="{D811D6D3-09D9-D1F2-9199-0B9F5C45F9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6328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2656E9FE-8D80-F797-2A9B-DD19E17F4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DC7D322C-9836-5169-9518-9DEDB34953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>
            <a:extLst>
              <a:ext uri="{FF2B5EF4-FFF2-40B4-BE49-F238E27FC236}">
                <a16:creationId xmlns:a16="http://schemas.microsoft.com/office/drawing/2014/main" id="{090F2E38-D4BF-75B6-28C6-DEC5CA062A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81858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F66FBC05-1987-4A5F-5B15-2D1164614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CDA33F11-9AC4-33A4-D38A-A51A35A47A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>
            <a:extLst>
              <a:ext uri="{FF2B5EF4-FFF2-40B4-BE49-F238E27FC236}">
                <a16:creationId xmlns:a16="http://schemas.microsoft.com/office/drawing/2014/main" id="{3A9AE06A-10CC-5E52-C1A8-8EE45AE53A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84468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A3620CE7-5DD4-2B90-33B2-ABB846619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4A384CEA-4DB1-C5C9-6D89-927D4A78C5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>
            <a:extLst>
              <a:ext uri="{FF2B5EF4-FFF2-40B4-BE49-F238E27FC236}">
                <a16:creationId xmlns:a16="http://schemas.microsoft.com/office/drawing/2014/main" id="{0C7D44D9-B328-CB22-74CC-F5CE62EE20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40794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FA8E0C77-C6E4-F3FD-0C9E-19FA9D9A0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32AA69B0-EB94-68E3-8D47-89B57602D6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>
            <a:extLst>
              <a:ext uri="{FF2B5EF4-FFF2-40B4-BE49-F238E27FC236}">
                <a16:creationId xmlns:a16="http://schemas.microsoft.com/office/drawing/2014/main" id="{6350260D-2D74-50B7-2E5A-70ACBE3975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6598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FC6A8D7C-2AC7-3135-D71F-9196403AC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8CBA6207-1001-861C-AEB4-A86FF84DB2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>
            <a:extLst>
              <a:ext uri="{FF2B5EF4-FFF2-40B4-BE49-F238E27FC236}">
                <a16:creationId xmlns:a16="http://schemas.microsoft.com/office/drawing/2014/main" id="{7D562878-3BD4-F7B6-7C4B-1874AA980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04478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E74B3343-B000-4693-B149-1BCF9A704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24CD6851-0E49-B05A-B9B6-E5B07411F7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>
            <a:extLst>
              <a:ext uri="{FF2B5EF4-FFF2-40B4-BE49-F238E27FC236}">
                <a16:creationId xmlns:a16="http://schemas.microsoft.com/office/drawing/2014/main" id="{CB0B911B-C797-8290-ABE9-89B8015E00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195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2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3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" name="Google Shape;7;p19"/>
          <p:cNvPicPr preferRelativeResize="0"/>
          <p:nvPr/>
        </p:nvPicPr>
        <p:blipFill rotWithShape="1">
          <a:blip r:embed="rId13">
            <a:alphaModFix/>
          </a:blip>
          <a:srcRect r="8239" b="22214"/>
          <a:stretch/>
        </p:blipFill>
        <p:spPr>
          <a:xfrm>
            <a:off x="6714375" y="0"/>
            <a:ext cx="2429625" cy="5260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/>
        </p:nvSpPr>
        <p:spPr>
          <a:xfrm>
            <a:off x="424438" y="3604300"/>
            <a:ext cx="7840200" cy="10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Spreadsheet Project: 			Ashish Verma</a:t>
            </a:r>
            <a:endParaRPr sz="2400" b="1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b="1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Zomato Restaurants Analysis		19/10/2025</a:t>
            </a:r>
            <a:endParaRPr sz="2400" b="1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1" name="Google Shape;6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3750" y="1088525"/>
            <a:ext cx="2981576" cy="2236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A60746-B3AC-5864-41D5-E85651587652}"/>
              </a:ext>
            </a:extLst>
          </p:cNvPr>
          <p:cNvSpPr txBox="1"/>
          <p:nvPr/>
        </p:nvSpPr>
        <p:spPr>
          <a:xfrm>
            <a:off x="769434" y="92921"/>
            <a:ext cx="4572000" cy="946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TC Motter Corpus Semicondensed"/>
              </a:rPr>
              <a:t>PRO</a:t>
            </a:r>
            <a:r>
              <a:rPr lang="en-US" sz="2800" b="1" u="none" strike="noStrike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TC Motter Corpus Semicondensed"/>
              </a:rPr>
              <a:t>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D46D1-FC07-81C3-B91C-F1245FBB7869}"/>
              </a:ext>
            </a:extLst>
          </p:cNvPr>
          <p:cNvSpPr txBox="1"/>
          <p:nvPr/>
        </p:nvSpPr>
        <p:spPr>
          <a:xfrm>
            <a:off x="371706" y="1417588"/>
            <a:ext cx="75233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7700" lvl="1" indent="-323850" algn="l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Zomato operates across multiple countries with varying market maturity and competition levels.</a:t>
            </a:r>
          </a:p>
          <a:p>
            <a:pPr algn="l"/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 algn="l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Selecting the right countries for expansion is essential to drive sustainable growth and reduce market entry risk.</a:t>
            </a:r>
          </a:p>
          <a:p>
            <a:pPr algn="l"/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 algn="l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This project analyzes global restaurant data to identify high-potential markets using data-driven insights.</a:t>
            </a:r>
          </a:p>
        </p:txBody>
      </p:sp>
    </p:spTree>
    <p:extLst>
      <p:ext uri="{BB962C8B-B14F-4D97-AF65-F5344CB8AC3E}">
        <p14:creationId xmlns:p14="http://schemas.microsoft.com/office/powerpoint/2010/main" val="1380773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/>
        </p:nvSpPr>
        <p:spPr>
          <a:xfrm>
            <a:off x="486274" y="1384950"/>
            <a:ext cx="7327013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Major attributes analyzed include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country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,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ratings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,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votes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,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cost for two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,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cuisines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,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online delivery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, and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table booking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  <a:p>
            <a:pPr>
              <a:spcBef>
                <a:spcPct val="0"/>
              </a:spcBef>
            </a:pPr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Data covers restaurants operating in diverse market conditions.</a:t>
            </a:r>
          </a:p>
          <a:p>
            <a:pPr>
              <a:spcBef>
                <a:spcPct val="0"/>
              </a:spcBef>
            </a:pPr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Currency values were standardized and converted into INR for consistency.</a:t>
            </a:r>
          </a:p>
          <a:p>
            <a:pPr>
              <a:spcBef>
                <a:spcPct val="0"/>
              </a:spcBef>
            </a:pPr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Data was cleaned to handle missing values and duplicates.</a:t>
            </a:r>
          </a:p>
          <a:p>
            <a:pPr marL="114300"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1800" b="0" i="0" u="none" strike="noStrike" cap="none" dirty="0">
              <a:solidFill>
                <a:srgbClr val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558525" y="403650"/>
            <a:ext cx="41454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lnSpc>
                <a:spcPts val="7920"/>
              </a:lnSpc>
            </a:pPr>
            <a:r>
              <a:rPr lang="en-US" sz="24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TC Motter Corpus Semicondensed"/>
              </a:rPr>
              <a:t>DATA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D2D659-B692-DC5F-0D4D-2906E0DF98F0}"/>
              </a:ext>
            </a:extLst>
          </p:cNvPr>
          <p:cNvSpPr txBox="1"/>
          <p:nvPr/>
        </p:nvSpPr>
        <p:spPr>
          <a:xfrm>
            <a:off x="613317" y="570559"/>
            <a:ext cx="4572000" cy="466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14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Datas</a:t>
            </a:r>
            <a:r>
              <a:rPr lang="en-US" sz="1400" u="none" strike="noStrike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et Size: 9,552 restaurant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D2980B4C-94AA-9446-569C-51F2A04AF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>
            <a:extLst>
              <a:ext uri="{FF2B5EF4-FFF2-40B4-BE49-F238E27FC236}">
                <a16:creationId xmlns:a16="http://schemas.microsoft.com/office/drawing/2014/main" id="{00A8CA67-2EB0-69D5-AE09-EE3F644529BE}"/>
              </a:ext>
            </a:extLst>
          </p:cNvPr>
          <p:cNvSpPr txBox="1"/>
          <p:nvPr/>
        </p:nvSpPr>
        <p:spPr>
          <a:xfrm>
            <a:off x="463971" y="1042979"/>
            <a:ext cx="7327013" cy="32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47700" lvl="1" indent="-323850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Cleaned and standardized the raw restaurant dataset.</a:t>
            </a:r>
          </a:p>
          <a:p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Converted all cost-related values into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INR 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for consistency.</a:t>
            </a:r>
          </a:p>
          <a:p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Used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pivot tables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 to aggregate and summarize data at the country level.</a:t>
            </a:r>
          </a:p>
          <a:p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Analyzed patterns across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ratings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,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votes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,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pricing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,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cuisines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, and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digital features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  <a:p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Presented insights through an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interactive Excel dashboard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</p:txBody>
      </p:sp>
      <p:sp>
        <p:nvSpPr>
          <p:cNvPr id="67" name="Google Shape;67;p3">
            <a:extLst>
              <a:ext uri="{FF2B5EF4-FFF2-40B4-BE49-F238E27FC236}">
                <a16:creationId xmlns:a16="http://schemas.microsoft.com/office/drawing/2014/main" id="{5DC242F9-D52E-068E-DBD3-62F5DD51780C}"/>
              </a:ext>
            </a:extLst>
          </p:cNvPr>
          <p:cNvSpPr txBox="1"/>
          <p:nvPr/>
        </p:nvSpPr>
        <p:spPr>
          <a:xfrm>
            <a:off x="558525" y="403650"/>
            <a:ext cx="41454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lnSpc>
                <a:spcPts val="79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TC Motter Corpus Semicondensed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1876277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F561B168-303D-34CB-CCDC-3688C9869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>
            <a:extLst>
              <a:ext uri="{FF2B5EF4-FFF2-40B4-BE49-F238E27FC236}">
                <a16:creationId xmlns:a16="http://schemas.microsoft.com/office/drawing/2014/main" id="{BDC8B904-2306-E4F0-F765-0553166BCC7F}"/>
              </a:ext>
            </a:extLst>
          </p:cNvPr>
          <p:cNvSpPr txBox="1"/>
          <p:nvPr/>
        </p:nvSpPr>
        <p:spPr>
          <a:xfrm>
            <a:off x="463971" y="1042979"/>
            <a:ext cx="7327013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A steady increase in restaurant openings indicates rising global demand for food services.</a:t>
            </a:r>
          </a:p>
          <a:p>
            <a:pPr>
              <a:spcBef>
                <a:spcPct val="0"/>
              </a:spcBef>
            </a:pPr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Peak years reflect rapid adoption of online food platforms like Zomato.</a:t>
            </a:r>
          </a:p>
          <a:p>
            <a:pPr>
              <a:spcBef>
                <a:spcPct val="0"/>
              </a:spcBef>
            </a:pPr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The trend helps distinguish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mature markets 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from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emerging expansion opportunities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</p:txBody>
      </p:sp>
      <p:sp>
        <p:nvSpPr>
          <p:cNvPr id="67" name="Google Shape;67;p3">
            <a:extLst>
              <a:ext uri="{FF2B5EF4-FFF2-40B4-BE49-F238E27FC236}">
                <a16:creationId xmlns:a16="http://schemas.microsoft.com/office/drawing/2014/main" id="{82F4F2CA-49DD-86BB-70D4-B00FA48739D0}"/>
              </a:ext>
            </a:extLst>
          </p:cNvPr>
          <p:cNvSpPr txBox="1"/>
          <p:nvPr/>
        </p:nvSpPr>
        <p:spPr>
          <a:xfrm>
            <a:off x="558524" y="403650"/>
            <a:ext cx="5128597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lnSpc>
                <a:spcPts val="7920"/>
              </a:lnSpc>
            </a:pPr>
            <a:r>
              <a:rPr lang="en-US" sz="24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TC Motter Corpus Semicondensed"/>
              </a:rPr>
              <a:t>RESTAURANT COUNT BY YEAR</a:t>
            </a:r>
          </a:p>
        </p:txBody>
      </p:sp>
    </p:spTree>
    <p:extLst>
      <p:ext uri="{BB962C8B-B14F-4D97-AF65-F5344CB8AC3E}">
        <p14:creationId xmlns:p14="http://schemas.microsoft.com/office/powerpoint/2010/main" val="1151756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A9F06396-FC0B-6C5D-4E29-26383BEFF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>
            <a:extLst>
              <a:ext uri="{FF2B5EF4-FFF2-40B4-BE49-F238E27FC236}">
                <a16:creationId xmlns:a16="http://schemas.microsoft.com/office/drawing/2014/main" id="{82C50A2B-FFF5-83DA-90F0-439A5AB56B57}"/>
              </a:ext>
            </a:extLst>
          </p:cNvPr>
          <p:cNvSpPr txBox="1"/>
          <p:nvPr/>
        </p:nvSpPr>
        <p:spPr>
          <a:xfrm>
            <a:off x="463971" y="1042979"/>
            <a:ext cx="7327013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Countries with a high number of restaurants represent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mature 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or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saturated markets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  <a:p>
            <a:pPr>
              <a:spcBef>
                <a:spcPct val="0"/>
              </a:spcBef>
            </a:pPr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Countries with fewer restaurants indicate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early-stage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 or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under-penetrated markets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  <a:p>
            <a:pPr>
              <a:spcBef>
                <a:spcPct val="0"/>
              </a:spcBef>
            </a:pPr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This distribution helps prioritize countries for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strategic expansion planning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</p:txBody>
      </p:sp>
      <p:sp>
        <p:nvSpPr>
          <p:cNvPr id="67" name="Google Shape;67;p3">
            <a:extLst>
              <a:ext uri="{FF2B5EF4-FFF2-40B4-BE49-F238E27FC236}">
                <a16:creationId xmlns:a16="http://schemas.microsoft.com/office/drawing/2014/main" id="{1038C72F-E20F-61A8-90A0-5EE54B648B76}"/>
              </a:ext>
            </a:extLst>
          </p:cNvPr>
          <p:cNvSpPr txBox="1"/>
          <p:nvPr/>
        </p:nvSpPr>
        <p:spPr>
          <a:xfrm>
            <a:off x="558524" y="403650"/>
            <a:ext cx="5857144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lnSpc>
                <a:spcPts val="79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TC Motter Corpus Semicondensed"/>
              </a:rPr>
              <a:t>RESTAURANT COUNT BY COUNTRY</a:t>
            </a:r>
          </a:p>
        </p:txBody>
      </p:sp>
    </p:spTree>
    <p:extLst>
      <p:ext uri="{BB962C8B-B14F-4D97-AF65-F5344CB8AC3E}">
        <p14:creationId xmlns:p14="http://schemas.microsoft.com/office/powerpoint/2010/main" val="4228083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C1F1BC6C-38C1-AAC7-99FE-386BC896C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>
            <a:extLst>
              <a:ext uri="{FF2B5EF4-FFF2-40B4-BE49-F238E27FC236}">
                <a16:creationId xmlns:a16="http://schemas.microsoft.com/office/drawing/2014/main" id="{748BD61B-F8D0-AB96-A017-D5EE3A51281A}"/>
              </a:ext>
            </a:extLst>
          </p:cNvPr>
          <p:cNvSpPr txBox="1"/>
          <p:nvPr/>
        </p:nvSpPr>
        <p:spPr>
          <a:xfrm>
            <a:off x="463971" y="1042979"/>
            <a:ext cx="7327013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47700" lvl="1" indent="-323850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Countries with higher average ratings demonstrate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stronger customer satisfaction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  <a:p>
            <a:pPr>
              <a:spcBef>
                <a:spcPct val="0"/>
              </a:spcBef>
            </a:pPr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Lower-rated countries highlight opportunities for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service quality improvement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  <a:p>
            <a:pPr>
              <a:spcBef>
                <a:spcPct val="0"/>
              </a:spcBef>
            </a:pPr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Rating comparison helps benchmark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market quality across regions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</p:txBody>
      </p:sp>
      <p:sp>
        <p:nvSpPr>
          <p:cNvPr id="67" name="Google Shape;67;p3">
            <a:extLst>
              <a:ext uri="{FF2B5EF4-FFF2-40B4-BE49-F238E27FC236}">
                <a16:creationId xmlns:a16="http://schemas.microsoft.com/office/drawing/2014/main" id="{C8FFB71A-73FD-A443-1D84-F66CC14724C7}"/>
              </a:ext>
            </a:extLst>
          </p:cNvPr>
          <p:cNvSpPr txBox="1"/>
          <p:nvPr/>
        </p:nvSpPr>
        <p:spPr>
          <a:xfrm>
            <a:off x="558524" y="403650"/>
            <a:ext cx="5857144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lnSpc>
                <a:spcPts val="7920"/>
              </a:lnSpc>
            </a:pPr>
            <a:r>
              <a:rPr lang="en-US" sz="24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TC Motter Corpus Semicondensed"/>
              </a:rPr>
              <a:t>AVERAGE RATING BY COUNTRY</a:t>
            </a:r>
          </a:p>
        </p:txBody>
      </p:sp>
    </p:spTree>
    <p:extLst>
      <p:ext uri="{BB962C8B-B14F-4D97-AF65-F5344CB8AC3E}">
        <p14:creationId xmlns:p14="http://schemas.microsoft.com/office/powerpoint/2010/main" val="2748563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2F267FEF-CFF4-61C6-17F3-95DC2DB9A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>
            <a:extLst>
              <a:ext uri="{FF2B5EF4-FFF2-40B4-BE49-F238E27FC236}">
                <a16:creationId xmlns:a16="http://schemas.microsoft.com/office/drawing/2014/main" id="{FCDBAC6B-B309-C534-FB64-0847098B1965}"/>
              </a:ext>
            </a:extLst>
          </p:cNvPr>
          <p:cNvSpPr txBox="1"/>
          <p:nvPr/>
        </p:nvSpPr>
        <p:spPr>
          <a:xfrm>
            <a:off x="463971" y="1042979"/>
            <a:ext cx="7327013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Countries with higher average votes show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stronger online customer engagement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  <a:p>
            <a:pPr>
              <a:spcBef>
                <a:spcPct val="0"/>
              </a:spcBef>
            </a:pPr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High vote counts reflect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active review 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and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feedback culture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  <a:p>
            <a:pPr>
              <a:spcBef>
                <a:spcPct val="0"/>
              </a:spcBef>
            </a:pPr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Digitally engaged markets are ideal for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platform-led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growth strategies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</p:txBody>
      </p:sp>
      <p:sp>
        <p:nvSpPr>
          <p:cNvPr id="67" name="Google Shape;67;p3">
            <a:extLst>
              <a:ext uri="{FF2B5EF4-FFF2-40B4-BE49-F238E27FC236}">
                <a16:creationId xmlns:a16="http://schemas.microsoft.com/office/drawing/2014/main" id="{15057E05-D749-AF0B-D903-66411887C8B5}"/>
              </a:ext>
            </a:extLst>
          </p:cNvPr>
          <p:cNvSpPr txBox="1"/>
          <p:nvPr/>
        </p:nvSpPr>
        <p:spPr>
          <a:xfrm>
            <a:off x="558524" y="403650"/>
            <a:ext cx="5857144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lnSpc>
                <a:spcPts val="79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TC Motter Corpus Semicondensed"/>
              </a:rPr>
              <a:t>AVERAGE VOTES BY COUNTRY</a:t>
            </a:r>
          </a:p>
        </p:txBody>
      </p:sp>
    </p:spTree>
    <p:extLst>
      <p:ext uri="{BB962C8B-B14F-4D97-AF65-F5344CB8AC3E}">
        <p14:creationId xmlns:p14="http://schemas.microsoft.com/office/powerpoint/2010/main" val="1260231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D560B098-068D-87E0-E0AF-3A97035C8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>
            <a:extLst>
              <a:ext uri="{FF2B5EF4-FFF2-40B4-BE49-F238E27FC236}">
                <a16:creationId xmlns:a16="http://schemas.microsoft.com/office/drawing/2014/main" id="{27B619B0-52F7-612A-8FDD-E55849242C3C}"/>
              </a:ext>
            </a:extLst>
          </p:cNvPr>
          <p:cNvSpPr txBox="1"/>
          <p:nvPr/>
        </p:nvSpPr>
        <p:spPr>
          <a:xfrm>
            <a:off x="463971" y="1042979"/>
            <a:ext cx="7327013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The most popular cuisines highlight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global consumer food preferences.</a:t>
            </a:r>
          </a:p>
          <a:p>
            <a:pPr>
              <a:spcBef>
                <a:spcPct val="0"/>
              </a:spcBef>
            </a:pPr>
            <a:endParaRPr lang="en-US" sz="1800" b="1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 Bold"/>
            </a:endParaRPr>
          </a:p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High-demand cuisines should be prioritized for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restaurant onboarding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  <a:p>
            <a:pPr>
              <a:spcBef>
                <a:spcPct val="0"/>
              </a:spcBef>
            </a:pPr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Cuisine insights support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localized 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and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region-specific menu strategies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</p:txBody>
      </p:sp>
      <p:sp>
        <p:nvSpPr>
          <p:cNvPr id="67" name="Google Shape;67;p3">
            <a:extLst>
              <a:ext uri="{FF2B5EF4-FFF2-40B4-BE49-F238E27FC236}">
                <a16:creationId xmlns:a16="http://schemas.microsoft.com/office/drawing/2014/main" id="{54325FA0-26B2-F658-A466-13F61E960F62}"/>
              </a:ext>
            </a:extLst>
          </p:cNvPr>
          <p:cNvSpPr txBox="1"/>
          <p:nvPr/>
        </p:nvSpPr>
        <p:spPr>
          <a:xfrm>
            <a:off x="558524" y="403650"/>
            <a:ext cx="5857144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lnSpc>
                <a:spcPts val="7920"/>
              </a:lnSpc>
            </a:pPr>
            <a:r>
              <a:rPr lang="en-US" sz="24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TC Motter Corpus Semicondensed"/>
              </a:rPr>
              <a:t>TOP 10 CUISINES </a:t>
            </a:r>
          </a:p>
        </p:txBody>
      </p:sp>
    </p:spTree>
    <p:extLst>
      <p:ext uri="{BB962C8B-B14F-4D97-AF65-F5344CB8AC3E}">
        <p14:creationId xmlns:p14="http://schemas.microsoft.com/office/powerpoint/2010/main" val="322886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19918F64-CA6C-C5D9-333F-5BAE9FC1D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>
            <a:extLst>
              <a:ext uri="{FF2B5EF4-FFF2-40B4-BE49-F238E27FC236}">
                <a16:creationId xmlns:a16="http://schemas.microsoft.com/office/drawing/2014/main" id="{4D375F48-0EA1-0872-6A75-658D8B319CDD}"/>
              </a:ext>
            </a:extLst>
          </p:cNvPr>
          <p:cNvSpPr txBox="1"/>
          <p:nvPr/>
        </p:nvSpPr>
        <p:spPr>
          <a:xfrm>
            <a:off x="463971" y="1042979"/>
            <a:ext cx="7327013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Countries with higher average cost support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premium 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and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fine-dining positioning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  <a:p>
            <a:pPr>
              <a:spcBef>
                <a:spcPct val="0"/>
              </a:spcBef>
            </a:pPr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Lower-cost countries are better suited for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value-driven 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and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high-volume models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  <a:p>
            <a:pPr>
              <a:spcBef>
                <a:spcPct val="0"/>
              </a:spcBef>
            </a:pPr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Cost comparison enables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market-specific pricing strategies.</a:t>
            </a:r>
          </a:p>
        </p:txBody>
      </p:sp>
      <p:sp>
        <p:nvSpPr>
          <p:cNvPr id="67" name="Google Shape;67;p3">
            <a:extLst>
              <a:ext uri="{FF2B5EF4-FFF2-40B4-BE49-F238E27FC236}">
                <a16:creationId xmlns:a16="http://schemas.microsoft.com/office/drawing/2014/main" id="{1752F588-0047-F391-C6DB-DD9DEB55797A}"/>
              </a:ext>
            </a:extLst>
          </p:cNvPr>
          <p:cNvSpPr txBox="1"/>
          <p:nvPr/>
        </p:nvSpPr>
        <p:spPr>
          <a:xfrm>
            <a:off x="558524" y="403650"/>
            <a:ext cx="5857144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lnSpc>
                <a:spcPts val="79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TC Motter Corpus Semicondensed"/>
              </a:rPr>
              <a:t>AVERAGE COST FOR TWO (INR)</a:t>
            </a:r>
          </a:p>
        </p:txBody>
      </p:sp>
    </p:spTree>
    <p:extLst>
      <p:ext uri="{BB962C8B-B14F-4D97-AF65-F5344CB8AC3E}">
        <p14:creationId xmlns:p14="http://schemas.microsoft.com/office/powerpoint/2010/main" val="3658997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2ED46188-3BC4-6087-18A2-B52CAFC3B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>
            <a:extLst>
              <a:ext uri="{FF2B5EF4-FFF2-40B4-BE49-F238E27FC236}">
                <a16:creationId xmlns:a16="http://schemas.microsoft.com/office/drawing/2014/main" id="{3374FCF1-FB1E-884E-3190-9303218459CA}"/>
              </a:ext>
            </a:extLst>
          </p:cNvPr>
          <p:cNvSpPr txBox="1"/>
          <p:nvPr/>
        </p:nvSpPr>
        <p:spPr>
          <a:xfrm>
            <a:off x="463971" y="1042979"/>
            <a:ext cx="7327013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47700" lvl="1" indent="-323850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Countries with high online delivery adoption show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strong digital readiness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  <a:p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These markets are ideal for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delivery-first expansion strategies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  <a:p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Adoption patterns reflect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 evolving customer ordering behavior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</p:txBody>
      </p:sp>
      <p:sp>
        <p:nvSpPr>
          <p:cNvPr id="67" name="Google Shape;67;p3">
            <a:extLst>
              <a:ext uri="{FF2B5EF4-FFF2-40B4-BE49-F238E27FC236}">
                <a16:creationId xmlns:a16="http://schemas.microsoft.com/office/drawing/2014/main" id="{D4F7C640-EF7F-E659-4E06-682527D77FA0}"/>
              </a:ext>
            </a:extLst>
          </p:cNvPr>
          <p:cNvSpPr txBox="1"/>
          <p:nvPr/>
        </p:nvSpPr>
        <p:spPr>
          <a:xfrm>
            <a:off x="558524" y="403650"/>
            <a:ext cx="5857144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lnSpc>
                <a:spcPts val="7920"/>
              </a:lnSpc>
            </a:pPr>
            <a:r>
              <a:rPr lang="en-US" sz="24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TC Motter Corpus Semicondensed"/>
              </a:rPr>
              <a:t>ONLINE DELIVERY ADOPTION (%)</a:t>
            </a:r>
          </a:p>
        </p:txBody>
      </p:sp>
    </p:spTree>
    <p:extLst>
      <p:ext uri="{BB962C8B-B14F-4D97-AF65-F5344CB8AC3E}">
        <p14:creationId xmlns:p14="http://schemas.microsoft.com/office/powerpoint/2010/main" val="1310447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E092BF26-859E-57B9-DF5C-A83EE5866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>
            <a:extLst>
              <a:ext uri="{FF2B5EF4-FFF2-40B4-BE49-F238E27FC236}">
                <a16:creationId xmlns:a16="http://schemas.microsoft.com/office/drawing/2014/main" id="{0AFE0605-4FD7-113A-89F3-E38EFA16E2B6}"/>
              </a:ext>
            </a:extLst>
          </p:cNvPr>
          <p:cNvSpPr txBox="1"/>
          <p:nvPr/>
        </p:nvSpPr>
        <p:spPr>
          <a:xfrm>
            <a:off x="463971" y="1042979"/>
            <a:ext cx="7327013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High table booking adoption reflects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strong dine-in preferences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  <a:p>
            <a:pPr>
              <a:spcBef>
                <a:spcPct val="0"/>
              </a:spcBef>
            </a:pPr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Lower adoption suggests markets are more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delivery-oriented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  <a:p>
            <a:pPr>
              <a:spcBef>
                <a:spcPct val="0"/>
              </a:spcBef>
            </a:pPr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These insights help prioritize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feature investments 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by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region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</p:txBody>
      </p:sp>
      <p:sp>
        <p:nvSpPr>
          <p:cNvPr id="67" name="Google Shape;67;p3">
            <a:extLst>
              <a:ext uri="{FF2B5EF4-FFF2-40B4-BE49-F238E27FC236}">
                <a16:creationId xmlns:a16="http://schemas.microsoft.com/office/drawing/2014/main" id="{B1591B7D-F4A1-6CA5-E855-C1B6B3397555}"/>
              </a:ext>
            </a:extLst>
          </p:cNvPr>
          <p:cNvSpPr txBox="1"/>
          <p:nvPr/>
        </p:nvSpPr>
        <p:spPr>
          <a:xfrm>
            <a:off x="558524" y="403650"/>
            <a:ext cx="5857144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lnSpc>
                <a:spcPts val="79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TC Motter Corpus Semicondensed"/>
              </a:rPr>
              <a:t>TABLE BOOKING ADOPTION (%)</a:t>
            </a:r>
          </a:p>
        </p:txBody>
      </p:sp>
    </p:spTree>
    <p:extLst>
      <p:ext uri="{BB962C8B-B14F-4D97-AF65-F5344CB8AC3E}">
        <p14:creationId xmlns:p14="http://schemas.microsoft.com/office/powerpoint/2010/main" val="1846509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28C8AA81-97E7-62E2-DF18-0ABEF46CD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>
            <a:extLst>
              <a:ext uri="{FF2B5EF4-FFF2-40B4-BE49-F238E27FC236}">
                <a16:creationId xmlns:a16="http://schemas.microsoft.com/office/drawing/2014/main" id="{7509879A-6AF8-9233-1C1C-C4F19475C4D2}"/>
              </a:ext>
            </a:extLst>
          </p:cNvPr>
          <p:cNvSpPr txBox="1"/>
          <p:nvPr/>
        </p:nvSpPr>
        <p:spPr>
          <a:xfrm>
            <a:off x="463971" y="1042979"/>
            <a:ext cx="3372049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Recommended Markets:</a:t>
            </a:r>
          </a:p>
          <a:p>
            <a:pPr marL="647700" lvl="1" indent="-323850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Australia</a:t>
            </a:r>
          </a:p>
          <a:p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Brazil</a:t>
            </a:r>
          </a:p>
          <a:p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Canada</a:t>
            </a:r>
          </a:p>
          <a:p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India</a:t>
            </a:r>
          </a:p>
          <a:p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Indonesia</a:t>
            </a:r>
          </a:p>
        </p:txBody>
      </p:sp>
      <p:sp>
        <p:nvSpPr>
          <p:cNvPr id="67" name="Google Shape;67;p3">
            <a:extLst>
              <a:ext uri="{FF2B5EF4-FFF2-40B4-BE49-F238E27FC236}">
                <a16:creationId xmlns:a16="http://schemas.microsoft.com/office/drawing/2014/main" id="{2207FDB2-102C-3C05-F72B-C22DD04BCE45}"/>
              </a:ext>
            </a:extLst>
          </p:cNvPr>
          <p:cNvSpPr txBox="1"/>
          <p:nvPr/>
        </p:nvSpPr>
        <p:spPr>
          <a:xfrm>
            <a:off x="558524" y="403650"/>
            <a:ext cx="676411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lnSpc>
                <a:spcPts val="6960"/>
              </a:lnSpc>
            </a:pPr>
            <a:r>
              <a:rPr lang="en-US" sz="24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TC Motter Corpus Semicondensed"/>
              </a:rPr>
              <a:t>SUGGESTED COUNTRIES FOR EXPANSION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441944-A7B1-EF98-55A6-14C1E5BF310E}"/>
              </a:ext>
            </a:extLst>
          </p:cNvPr>
          <p:cNvSpPr txBox="1"/>
          <p:nvPr/>
        </p:nvSpPr>
        <p:spPr>
          <a:xfrm>
            <a:off x="4211444" y="1042979"/>
            <a:ext cx="4572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Why These Markets?</a:t>
            </a:r>
          </a:p>
          <a:p>
            <a:pPr marL="647700" lvl="1" indent="-323850" algn="l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Balanced pricing and affordability.</a:t>
            </a:r>
          </a:p>
          <a:p>
            <a:pPr algn="l"/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 algn="l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Strong online delivery adoption.</a:t>
            </a:r>
          </a:p>
          <a:p>
            <a:pPr algn="l"/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 algn="l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Positive customer ratings and engagement.</a:t>
            </a:r>
          </a:p>
          <a:p>
            <a:pPr algn="l"/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 algn="l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Relatively lower market saturation.</a:t>
            </a:r>
          </a:p>
          <a:p>
            <a:pPr algn="l"/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 algn="l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High demand for popular cuisines.</a:t>
            </a:r>
          </a:p>
        </p:txBody>
      </p:sp>
    </p:spTree>
    <p:extLst>
      <p:ext uri="{BB962C8B-B14F-4D97-AF65-F5344CB8AC3E}">
        <p14:creationId xmlns:p14="http://schemas.microsoft.com/office/powerpoint/2010/main" val="125630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B4826F5E-4B13-AEC7-44E8-FE9CFBF77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>
            <a:extLst>
              <a:ext uri="{FF2B5EF4-FFF2-40B4-BE49-F238E27FC236}">
                <a16:creationId xmlns:a16="http://schemas.microsoft.com/office/drawing/2014/main" id="{EF5CD390-5929-3357-907C-346C116F0540}"/>
              </a:ext>
            </a:extLst>
          </p:cNvPr>
          <p:cNvSpPr txBox="1"/>
          <p:nvPr/>
        </p:nvSpPr>
        <p:spPr>
          <a:xfrm>
            <a:off x="463971" y="1042979"/>
            <a:ext cx="7327013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Global restaurant data was analyzed across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countries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,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ratings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,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pricing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,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cuisines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, and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digital adoption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  <a:p>
            <a:pPr>
              <a:spcBef>
                <a:spcPct val="0"/>
              </a:spcBef>
            </a:pPr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Market characteristics vary significantly across regions.</a:t>
            </a:r>
          </a:p>
          <a:p>
            <a:pPr>
              <a:spcBef>
                <a:spcPct val="0"/>
              </a:spcBef>
            </a:pPr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Several countries demonstrate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strong expansion potential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 based on balanced demand and digital readiness.</a:t>
            </a:r>
          </a:p>
          <a:p>
            <a:pPr>
              <a:spcBef>
                <a:spcPct val="0"/>
              </a:spcBef>
            </a:pPr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Insights are consolidated through an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interactive dashboard 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for </a:t>
            </a:r>
            <a:r>
              <a:rPr lang="en-US" sz="18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 Bold"/>
              </a:rPr>
              <a:t>decision-making</a:t>
            </a: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.</a:t>
            </a:r>
          </a:p>
        </p:txBody>
      </p:sp>
      <p:sp>
        <p:nvSpPr>
          <p:cNvPr id="67" name="Google Shape;67;p3">
            <a:extLst>
              <a:ext uri="{FF2B5EF4-FFF2-40B4-BE49-F238E27FC236}">
                <a16:creationId xmlns:a16="http://schemas.microsoft.com/office/drawing/2014/main" id="{FB14F227-9D2E-74F0-D9C4-7149F3DFE24D}"/>
              </a:ext>
            </a:extLst>
          </p:cNvPr>
          <p:cNvSpPr txBox="1"/>
          <p:nvPr/>
        </p:nvSpPr>
        <p:spPr>
          <a:xfrm>
            <a:off x="558524" y="403650"/>
            <a:ext cx="5857144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lnSpc>
                <a:spcPts val="79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TC Motter Corpus Semicondensed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076679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E8695D80-3E60-458D-7D4D-28DEE6EFD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>
            <a:extLst>
              <a:ext uri="{FF2B5EF4-FFF2-40B4-BE49-F238E27FC236}">
                <a16:creationId xmlns:a16="http://schemas.microsoft.com/office/drawing/2014/main" id="{5CDFE602-12C1-0CA6-0890-67C25A587C78}"/>
              </a:ext>
            </a:extLst>
          </p:cNvPr>
          <p:cNvSpPr txBox="1"/>
          <p:nvPr/>
        </p:nvSpPr>
        <p:spPr>
          <a:xfrm>
            <a:off x="463971" y="1042979"/>
            <a:ext cx="7327013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47700" lvl="1" indent="-323850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Prioritize entry into high-potential, low-competition markets.</a:t>
            </a:r>
          </a:p>
          <a:p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Focus on countries with strong online delivery adoption.</a:t>
            </a:r>
          </a:p>
          <a:p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Onboard restaurants offering high-demand cuisines.</a:t>
            </a:r>
          </a:p>
          <a:p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Customize pricing strategies based on market affordability.</a:t>
            </a:r>
          </a:p>
          <a:p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  <a:p>
            <a:pPr marL="647700" lvl="1" indent="-323850"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Rubik"/>
              </a:rPr>
              <a:t>Launch delivery-first models before expanding dine-in features.</a:t>
            </a:r>
          </a:p>
          <a:p>
            <a:pPr>
              <a:spcBef>
                <a:spcPct val="0"/>
              </a:spcBef>
            </a:pPr>
            <a:endParaRPr lang="en-US" sz="1800" dirty="0">
              <a:solidFill>
                <a:srgbClr val="42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Rubik"/>
            </a:endParaRPr>
          </a:p>
        </p:txBody>
      </p:sp>
      <p:sp>
        <p:nvSpPr>
          <p:cNvPr id="67" name="Google Shape;67;p3">
            <a:extLst>
              <a:ext uri="{FF2B5EF4-FFF2-40B4-BE49-F238E27FC236}">
                <a16:creationId xmlns:a16="http://schemas.microsoft.com/office/drawing/2014/main" id="{0A47CD8B-2DAE-10CC-B7DB-27833EF2B787}"/>
              </a:ext>
            </a:extLst>
          </p:cNvPr>
          <p:cNvSpPr txBox="1"/>
          <p:nvPr/>
        </p:nvSpPr>
        <p:spPr>
          <a:xfrm>
            <a:off x="558524" y="403650"/>
            <a:ext cx="5857144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lnSpc>
                <a:spcPts val="7920"/>
              </a:lnSpc>
            </a:pPr>
            <a:r>
              <a:rPr lang="en-US" sz="2400" b="1" dirty="0">
                <a:solidFill>
                  <a:srgbClr val="42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ITC Motter Corpus Semicondensed"/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589655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8750" y="857250"/>
            <a:ext cx="6086475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newto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</TotalTime>
  <Words>583</Words>
  <Application>Microsoft Office PowerPoint</Application>
  <PresentationFormat>On-screen Show (16:9)</PresentationFormat>
  <Paragraphs>114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Lato</vt:lpstr>
      <vt:lpstr>newton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ASHISH VERMA</dc:creator>
  <cp:lastModifiedBy>ASHISH VERMA</cp:lastModifiedBy>
  <cp:revision>3</cp:revision>
  <dcterms:modified xsi:type="dcterms:W3CDTF">2026-01-22T05:41:24Z</dcterms:modified>
</cp:coreProperties>
</file>